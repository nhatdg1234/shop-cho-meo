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42B29-FBDF-A049-38F5-FAC09073E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0D318-2ECD-3430-FE7D-A2DF46B77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4E4DA-E15A-9367-B69F-1FF1F14F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B128E-A1DD-FA12-BB5F-27B91471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6BAD7-3E0C-82EA-9DF7-A6B6479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92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992B0-D58A-8A79-72EA-B24598816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7FFDA-467C-429D-E2F8-FA687E96C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6D3FA-7670-B343-81D1-8B48546A5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4D5E9-5F12-44D8-413E-42E8F673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8D4C8-3414-001D-011A-96C4B9BD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30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3C36-AF1D-6FBD-0A66-A1F7628D7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11084-E859-3E8B-1A51-A7EBF25B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37988-10AB-A8A1-EE55-7BF94431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68222-9468-8758-0936-7275178A3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8F801-C14B-473B-E33F-475E0004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1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C2094-F799-77B8-279E-BA2BBE0C1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5F913-DE0B-7846-B2E1-46C663CF4D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CCCAA-44E1-34C7-7F0E-48D170AF6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75797-A467-D16E-501D-02D2DC02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56325-5A89-C749-1BDF-2224C5C0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E5172-5C00-5666-3546-6B338765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8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E573-EC9C-A578-A1F9-500DFF0E7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33D5B-DF99-52A7-2A01-E8A74C484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1CF8D-408F-BAFB-88C6-42D6DC733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77EA26-3945-0E44-8F06-0E53F8F328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64D0B4-934A-1E98-FE28-9E5860512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D402F-1D2F-95BC-C341-9971802A1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7F2791-ECBE-AFDD-3B95-3DABABD8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0BD88B-34AE-F430-5568-E514ACD92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5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B9F7-932F-15DC-1C3F-0905385F2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12FB6-BE40-797D-554C-9607AFDC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0EC75-0322-CF6B-04AD-8846A699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448AE-CFA2-6F9E-D388-BA6DE397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4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9C67D5-1CAB-BF09-0F70-0F038BBC0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B0D473-D8D1-E749-4ABB-0B4E6CCA2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83F4D-7E3B-7C9C-33B2-DDAF8DADA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9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7A90-29B2-BCE7-BDEE-68A7FAAF0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2FE30-C9C8-82E2-0849-A4B3AFD47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1E1CC-1433-C871-DB9E-4A2BFF919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E6FB0-A1D6-C31D-F5FD-1964E26A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58099-201D-1D2C-C269-5F10C4A3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6C1BC-EE3F-D4B7-81BA-CA174604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8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548F-12E9-6A1F-4ACF-8AC66D48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6B51C-A063-CF1B-20EB-549DFA92D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ABA1F-A49D-BFAE-C93E-06DBB76D1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3C7E6-E75A-6A9A-E0ED-6A52F445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272FB-8EF6-089A-B7B4-3559AEC77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1069E-80E8-4B18-FEE0-013DB548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2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845C4-8E02-9212-795C-77D0EFE18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11BC0-0BAA-83A8-5896-33A4457C2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ACA3E-1B17-4A62-D69A-386158EEF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F1688-46BF-E72C-B996-DB7716BA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E8A47-04C7-EC57-13CB-3A67A394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5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608300-E4E4-A0BA-3779-B9F344B02B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4D75D-F080-02E3-1F03-1271AD121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E2270-016D-9ECD-2E66-00B492B09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7148E-AD34-C17F-ECAB-306F1C08D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32AAF-8B8E-59CB-CBE2-A2748B1E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9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BD1E15-487F-8B91-B974-B20EFB72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20CBE-FFD1-3298-0349-760A14D83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B6C04-71EA-C3FA-36EA-F2C9A813F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CDBBF-1720-4ED2-8CDC-4D69677F8CF4}" type="datetimeFigureOut">
              <a:rPr lang="en-US" smtClean="0"/>
              <a:t>6/3/2023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305C7-65AF-97A7-898F-4CC38F262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247DC-B365-4E44-C859-62FACF461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49848-C316-47E5-AF90-307D54BDC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58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684406-C0CC-343D-CF7D-A1BFE9618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501"/>
            <a:ext cx="12192000" cy="71179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B48D1-29A5-DD9A-791D-86538CB5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Nhóm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Bông</a:t>
            </a:r>
            <a: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  <a:r>
              <a:rPr lang="en-US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hoa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E57898-2FF9-4C60-CD0A-EA42EEF7618D}"/>
              </a:ext>
            </a:extLst>
          </p:cNvPr>
          <p:cNvSpPr/>
          <p:nvPr/>
        </p:nvSpPr>
        <p:spPr>
          <a:xfrm>
            <a:off x="614083" y="1846764"/>
            <a:ext cx="5674950" cy="42473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-</a:t>
            </a:r>
            <a:r>
              <a:rPr lang="en-US" sz="54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Hồ</a:t>
            </a:r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r>
              <a:rPr lang="en-US" sz="54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Đắc</a:t>
            </a:r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 Minh </a:t>
            </a:r>
            <a:r>
              <a:rPr lang="en-US" sz="54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Nhật</a:t>
            </a:r>
            <a:endParaRPr 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  <a:p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-Hà Văn </a:t>
            </a:r>
            <a:r>
              <a:rPr lang="en-US" sz="54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Tiến</a:t>
            </a:r>
            <a:endParaRPr lang="en-US" sz="5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-</a:t>
            </a:r>
            <a:r>
              <a:rPr lang="en-US" sz="54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Nguyễn</a:t>
            </a:r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</a:t>
            </a:r>
            <a:r>
              <a:rPr lang="en-US" sz="54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Bích</a:t>
            </a:r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Du</a:t>
            </a:r>
          </a:p>
          <a:p>
            <a:r>
              <a:rPr lang="en-US" sz="54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Đặng</a:t>
            </a:r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 Bình </a:t>
            </a:r>
            <a:r>
              <a:rPr lang="en-US" sz="5400" b="1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Nguyên</a:t>
            </a:r>
            <a:endParaRPr lang="en-US" sz="5400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86666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D9A9-DA15-8427-5C06-D2DA9DFFCE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58C36B-7F6C-5CC7-00C2-4BDC3CB277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024DD2-BF21-4C75-DE86-0BD86270F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172"/>
            <a:ext cx="12192000" cy="653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27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64A75-763C-9259-E454-82041B13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D1A5F3B-7E27-B5FD-243A-AB1844E57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89" y="4001277"/>
            <a:ext cx="21" cy="3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1EAC79-13AC-612D-9968-3BA0DCEC8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9" y="3428983"/>
            <a:ext cx="21" cy="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C90FB6-4A54-90F9-51F6-682E5C53F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9" y="3428983"/>
            <a:ext cx="21" cy="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42CFA0-61FF-21F5-C02F-E40B23271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9" y="3428983"/>
            <a:ext cx="21" cy="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508FEB-8786-4C23-CD54-899A7FEB4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271" y="114470"/>
            <a:ext cx="4210200" cy="66980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33A229-809B-D42D-A1E3-CC74CF5FB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65181"/>
            <a:ext cx="4688552" cy="6427694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227F4122-69FC-A2C6-EE77-AA39816EAE26}"/>
              </a:ext>
            </a:extLst>
          </p:cNvPr>
          <p:cNvSpPr/>
          <p:nvPr/>
        </p:nvSpPr>
        <p:spPr>
          <a:xfrm>
            <a:off x="6006353" y="3173506"/>
            <a:ext cx="1326755" cy="7530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80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085A-4346-6EA1-F406-1830F29DA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E6DE0-3B73-5D94-A272-9554EB3A4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2C2FDA-7210-E586-3007-62C6EF550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252"/>
            <a:ext cx="12192000" cy="649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7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B0142-9840-524B-4B61-16D58DF9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3389B-07D5-B880-D652-C309B760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82E934-B36B-7E02-117E-49F8200E0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5" y="0"/>
            <a:ext cx="113134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44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741D-1B1B-F33A-40B6-EE2F21D7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01720-84D9-F552-93EF-1D6CE0A4A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25A49-D00E-4C44-BE1C-1BC4573D2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342"/>
            <a:ext cx="12192000" cy="646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72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4987-6128-D7B6-EDD7-CBD116CB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116CD-C940-0610-30DE-D20B93E30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EA311-1C52-499B-A787-B99B23475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21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FB0C-C6FB-6B60-2B42-8849C19D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47BAE-7A3B-B028-80AD-0FC67EB2F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239F76-E8E6-4496-7B24-01D6E4A85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10645588" cy="666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15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20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Nhóm Bông hoa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 nhat</dc:creator>
  <cp:lastModifiedBy>ho nhat</cp:lastModifiedBy>
  <cp:revision>2</cp:revision>
  <dcterms:created xsi:type="dcterms:W3CDTF">2023-06-03T01:53:24Z</dcterms:created>
  <dcterms:modified xsi:type="dcterms:W3CDTF">2023-06-03T02:35:11Z</dcterms:modified>
</cp:coreProperties>
</file>